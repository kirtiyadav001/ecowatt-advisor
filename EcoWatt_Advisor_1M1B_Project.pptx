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31C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37160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-2377440" y="5760720"/>
            <a:ext cx="2926080" cy="292608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031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EcoWatt Advisor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17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Electricity Forecasting &amp; Energy-Saving Advisor for Households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7947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7 — Affordable and Clean Energy   |   SDG 13 — Climate Action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434840"/>
            <a:ext cx="2011680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Kirti Yadav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956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Economics, Gokhale Institute of Politics and Economics (GIPE), Pune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1M1B AI for Sustainability Virtual Internship | July–Sep 2026 | In collaboration with IBM SkillsBuild &amp; AICTE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051560"/>
          </a:xfrm>
          <a:prstGeom prst="rect">
            <a:avLst/>
          </a:prstGeom>
          <a:solidFill>
            <a:srgbClr val="F5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we use AI to </a:t>
            </a:r>
            <a:pPr indent="0" marL="0">
              <a:buNone/>
            </a:pPr>
            <a:r>
              <a:rPr lang="en-US" sz="16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household electricity use</a:t>
            </a:r>
            <a:pPr indent="0" marL="0">
              <a:buNone/>
            </a:pPr>
            <a:r>
              <a:rPr lang="en-US" sz="1600" i="1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that families can </a:t>
            </a:r>
            <a:pPr indent="0" marL="0">
              <a:buNone/>
            </a:pPr>
            <a:r>
              <a:rPr lang="en-US" sz="1600" b="1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avoidable energy waste</a:t>
            </a:r>
            <a:pPr indent="0" marL="0">
              <a:buNone/>
            </a:pPr>
            <a:r>
              <a:rPr lang="en-US" sz="1600" i="1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adopt more sustainable habits?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5F5F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776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households get a single bimonthly bill number — no breakdown of what drives usage month to month.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6060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5F5F1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880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177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9776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only notice overuse after a high bill arrives; there's no early warning or forecast to act 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60604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5F5F1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0" y="288036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566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= emissions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97764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electricity is a major and growing share of urban carbon footprints, especially with rising AC ownership.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1 M1B AI for Sustainability internship encourages starting from problems visible around us — this one starts at home, with a data lens.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EcoWatt Advisor  •  Problem Statement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Helps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5F1"/>
          </a:solidFill>
          <a:ln w="12700">
            <a:solidFill>
              <a:srgbClr val="E3E6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5361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households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9659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Middle-income families with rising appliance loads (AC, geysers) who want to manage bills without sacrificing comfort.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6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33756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337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1363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societies / campuses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5661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managers overseeing shared meters, hostels, or campus buildings who need early warning on unusual usage spikes.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5F1"/>
          </a:solidFill>
          <a:ln w="12700">
            <a:solidFill>
              <a:srgbClr val="E3E6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937760"/>
            <a:ext cx="685800" cy="685800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937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73659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&amp; policy planners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5166360"/>
            <a:ext cx="9052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Discoms and city energy programs that benefit from aggregated, anonymized demand-pattern insight for demand-side management.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EcoWatt Advisor  •  Target Users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 components working together — a forecasting model and a prompt-based advisory layer.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5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Data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usage, household size, appliances (AC, geyser), local temperature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6517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83280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6616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6974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(Random Forest) predicts next month's kWh consumption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6517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Layer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6974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assistant turns the forecast into plain-language, personalized tips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6517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1965960"/>
            <a:ext cx="2514600" cy="2286000"/>
          </a:xfrm>
          <a:prstGeom prst="roundRect">
            <a:avLst>
              <a:gd name="adj" fmla="val 4000"/>
            </a:avLst>
          </a:prstGeom>
          <a:solidFill>
            <a:srgbClr val="F5F5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235440" y="21488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Output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697480"/>
            <a:ext cx="2148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+ 2–3 concrete actions to reduce projected usage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5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28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is needed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depends on many interacting factors (weather, appliances, past behaviour) that are hard to reason about manually. A model learns these patterns from data to forecast usage ahead of the bill, and generative prompting turns a raw number into an actionable, easy-to-understand recommendation — something a static bill or spreadsheet can't do.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EcoWatt Advisor  •  Solution Overview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Prototype: Forecasting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regression model trained on 12 months of simulated household usage data (300 households).</a:t>
            </a:r>
            <a:endParaRPr lang="en-US" sz="1300" dirty="0"/>
          </a:p>
        </p:txBody>
      </p:sp>
      <p:pic>
        <p:nvPicPr>
          <p:cNvPr id="4" name="Image 0" descr="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57607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1463040"/>
            <a:ext cx="5074920" cy="4343400"/>
          </a:xfrm>
          <a:prstGeom prst="roundRect">
            <a:avLst>
              <a:gd name="adj" fmla="val 1684"/>
            </a:avLst>
          </a:prstGeom>
          <a:solidFill>
            <a:srgbClr val="F5F5F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1228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 = 0.91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12280" y="26517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91% of month-to-month variation in usage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 ≈ 21 kWh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812280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forecast error, on bills typically 100–400 kWh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42519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predictors: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4572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month's usage (91%)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temperature (5%)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units &amp; household size (combined ~4%)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EcoWatt Advisor  • 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Prototype: What Drives Usage</a:t>
            </a:r>
            <a:endParaRPr lang="en-US" sz="3000" dirty="0"/>
          </a:p>
        </p:txBody>
      </p:sp>
      <p:pic>
        <p:nvPicPr>
          <p:cNvPr id="3" name="Image 0" descr="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760720" cy="393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37960" y="109728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2C5F2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122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household forecasts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12280" y="1828800"/>
            <a:ext cx="4526280" cy="868680"/>
          </a:xfrm>
          <a:prstGeom prst="roundRect">
            <a:avLst>
              <a:gd name="adj" fmla="val 6316"/>
            </a:avLst>
          </a:prstGeom>
          <a:solidFill>
            <a:srgbClr val="3A6E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995160" y="19019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A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2176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members, 1 AC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24048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132 kWh  →  Forecast: 132 kWh   (On track)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12280" y="2834640"/>
            <a:ext cx="4526280" cy="868680"/>
          </a:xfrm>
          <a:prstGeom prst="roundRect">
            <a:avLst>
              <a:gd name="adj" fmla="val 6316"/>
            </a:avLst>
          </a:prstGeom>
          <a:solidFill>
            <a:srgbClr val="3A6E3B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95160" y="2907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B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995160" y="3182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members, 2 AC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6995160" y="34107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297 kWh  →  Forecast: 290 kWh   (Stable, high base load)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12280" y="3840480"/>
            <a:ext cx="4526280" cy="868680"/>
          </a:xfrm>
          <a:prstGeom prst="roundRect">
            <a:avLst>
              <a:gd name="adj" fmla="val 6316"/>
            </a:avLst>
          </a:prstGeom>
          <a:solidFill>
            <a:srgbClr val="3A6E3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95160" y="3913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C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4187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7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member, no AC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4416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163 kWh  →  Forecast: 160 kWh   (Slightly declining)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EcoWatt Advisor  • 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Prototype: Advisory Assistant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5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Prompt-engineered layer: turns the model's forecast into a personalized, plain-language recommendation.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5F5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template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an energy-saving advisor. Given a household's forecasted electricity use, prior usage, and appliances, explain the forecast in one sentence and suggest 2 specific, low-effort actions to reduce it. Keep tone encouraging, avoid jargon, cite no more than 1 number."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11064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6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63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Household B (5 members, 2 AC units)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10332720" cy="2514600"/>
          </a:xfrm>
          <a:prstGeom prst="roundRect">
            <a:avLst>
              <a:gd name="adj" fmla="val 2182"/>
            </a:avLst>
          </a:prstGeom>
          <a:solidFill>
            <a:srgbClr val="F5F5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3611880"/>
            <a:ext cx="9875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forecast: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~290 kWh next month, similar to last month's 297 kWh — your usage has been steady.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that could help: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Your 2 AC units are the biggest driver. Setting them to 24°C instead of 20°C can cut cooling load by ~15–20% with minimal comfort loss.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Run high-load appliances (washing machine, water heater) outside 6–10 PM peak hours to ease demand and often reduce time-of-use charges.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EcoWatt Advisor  •  Prototype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Considerations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581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uses only usage-pattern and appliance data — no demographic or income proxies — so recommendations don't skew by household background.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3258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97BC6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37960" y="1581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4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output (previous usage, temperature, appliances) is shown alongside every forecast so users understand why the number was produced, not just what it 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2C5F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959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480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tips are optional suggestions, never automated appliance control — the household stays in control of any action taken.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370332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37960" y="3959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4480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4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 usage metrics are used; no personal identity, location, or billing account data is required or stored by the model.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EcoWatt Advisor  •  Responsible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331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Impact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household electricity savings from behavioural nudges alone, per prior demand-side studies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417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240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represented in this prototype's forecasting dataset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14173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2240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month-to-month usage variation explained by the model (R²)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0881360" cy="0"/>
          </a:xfrm>
          <a:prstGeom prst="line">
            <a:avLst/>
          </a:prstGeom>
          <a:noFill/>
          <a:ln w="12700">
            <a:solidFill>
              <a:srgbClr val="3A4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implemented at scale: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get an early, personalized signal before the bill arrives — shifting behaviour from reactive to proactive.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Aggregated, anonymized demand patterns can support utilities and city energy programs in planning for peak load and clean-energy transition.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3E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avoidable consumption directly reduces household carbon footprint, supporting SDG 13 alongside SDG 7.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9436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B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reinforced how a small, honestly-evaluated model paired with clear communication can do more for adoption than a more complex system nobody trusts.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2026-09-21T07:04:17Z</dcterms:created>
  <dcterms:modified xsi:type="dcterms:W3CDTF">2026-09-21T07:04:17Z</dcterms:modified>
</cp:coreProperties>
</file>